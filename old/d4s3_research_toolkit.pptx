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b53c5f77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b53c5f77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e02909bb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e02909bb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e02909bb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e02909bb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e02909bb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e02909bb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e02909bb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e02909bb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e02909bb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e02909bb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e02909bb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e02909bb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4179dc97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4179dc97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e02909bb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e02909bb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e02909bb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e02909bb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dffd5f1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dffd5f1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e438f94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e438f94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e438f949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e438f949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8b03809a7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8b03809a7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462c1068b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462c1068b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51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0" y="349660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5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</a:lstStyle>
          <a:p/>
        </p:txBody>
      </p:sp>
      <p:sp>
        <p:nvSpPr>
          <p:cNvPr id="35" name="Google Shape;35;p6"/>
          <p:cNvSpPr/>
          <p:nvPr/>
        </p:nvSpPr>
        <p:spPr>
          <a:xfrm>
            <a:off x="4274" y="0"/>
            <a:ext cx="9144000" cy="44064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0" y="4384371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iz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codecademy.com/courses/learn-the-command-line" TargetMode="External"/><Relationship Id="rId4" Type="http://schemas.openxmlformats.org/officeDocument/2006/relationships/hyperlink" Target="http://datascienceatthecommandline.com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7.jp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gif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6.jp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trello.com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pgr week</a:t>
            </a:r>
            <a:endParaRPr/>
          </a:p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 toolkit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intended learning outcomes</a:t>
            </a:r>
            <a:endParaRPr/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design research that produces </a:t>
            </a:r>
            <a:r>
              <a:rPr b="1" lang="en-GB"/>
              <a:t>rigorous</a:t>
            </a:r>
            <a:r>
              <a:rPr lang="en-GB"/>
              <a:t> results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locate, appraise, and summarise relevant literature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write a clear and concise research paper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present a persuasive presentation on the research paper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proofread and referee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what’s common about most PhDs?</a:t>
            </a:r>
            <a:endParaRPr/>
          </a:p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answer: they’re (almost) all doing data science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science is OSEMN</a:t>
            </a:r>
            <a:endParaRPr/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Obtaining data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Scrubbing data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Exploring data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Modelling data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Interpreting data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400"/>
              <a:t>(Janssens (2014) Data science at the command line. O’Reilly)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 what’s wrong with Excel?</a:t>
            </a:r>
            <a:endParaRPr/>
          </a:p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many students try to use excel for data science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this tends to fail because: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it can’t handle large data-sets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workflows cannot be reproduced easily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it has limited stats tools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it is difficult to debug or check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solution?: learn the command line</a:t>
            </a:r>
            <a:endParaRPr/>
          </a:p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457200" y="1063375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https://www.codecademy.com/courses/learn-the-command-line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See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http://datascienceatthecommandline.com/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version control</a:t>
            </a:r>
            <a:endParaRPr/>
          </a:p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vn-name-banner.jpg" id="82" name="Google Shape;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3325" y="1235738"/>
            <a:ext cx="3048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vn-square.jpg" id="83" name="Google Shape;8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5200" y="1235738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000px-New_Mercurial_logo.svg.png" id="84" name="Google Shape;8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500" y="2170100"/>
            <a:ext cx="2176350" cy="2611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it-Logo-1788C.png" id="85" name="Google Shape;8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59674" y="2170100"/>
            <a:ext cx="4370175" cy="182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word processors</a:t>
            </a:r>
            <a:endParaRPr/>
          </a:p>
        </p:txBody>
      </p:sp>
      <p:sp>
        <p:nvSpPr>
          <p:cNvPr id="91" name="Google Shape;91;p15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13395.png" id="92" name="Google Shape;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9475" y="2705100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iktex.gif" id="93" name="Google Shape;9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7875" y="1164250"/>
            <a:ext cx="3739875" cy="29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8cOCd.png" id="94" name="Google Shape;9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000" y="1290643"/>
            <a:ext cx="3200476" cy="133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New model - markdown</a:t>
            </a:r>
            <a:endParaRPr/>
          </a:p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markdown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org-mode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asciidoc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3725" y="1323975"/>
            <a:ext cx="1981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3288" y="2955875"/>
            <a:ext cx="1381125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statistics</a:t>
            </a:r>
            <a:endParaRPr/>
          </a:p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logo-2.png"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1" y="1249500"/>
            <a:ext cx="3384374" cy="2567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rg.jpg"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7750" y="1163925"/>
            <a:ext cx="2093900" cy="274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-science-at-the-command-line.png" id="111" name="Google Shape;11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4200" y="2037281"/>
            <a:ext cx="2093900" cy="2745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GNU Make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organisation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keep a research journal and carry it around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GB"/>
              <a:t>useful tip: write longhand journal entries to practise writing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keep a to-do list (e.g.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http://trello.com</a:t>
            </a:r>
            <a:r>
              <a:rPr lang="en-GB"/>
              <a:t>) ...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… but avoid busy-work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schedule e-mail processing for low point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organise your literature into folders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consider using a day planner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presentation tools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ms powerpoint, google slides, apple keynote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but also consider: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latex or markdown with beamer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GB"/>
              <a:t>great for maths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GB"/>
              <a:t>looks very academic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make a home page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google sites?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university “mysite” page?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a “domain of our own” - coventry.domains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other tools? (personally, emacs and html ;)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Contributed</a:t>
            </a:r>
            <a:endParaRPr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tldrthis.com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github app for Windows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elicit.org - AI research assistant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julialang.org - Julia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researchrabbit.ai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typeset.io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mathpix.com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draw.io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microsoft planner / microsoft todo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zotero, betterbibtex, zotero app on ipad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chatpdf.com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emacs tricks that vs code might have soon</a:t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tramp - ssh connecting to servers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magit - like github app on windows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org-mode - markdown on </a:t>
            </a:r>
            <a:r>
              <a:rPr lang="en-GB"/>
              <a:t>steroids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org-ref - citations in org documents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iz">
  <a:themeElements>
    <a:clrScheme name="Custom 233">
      <a:dk1>
        <a:srgbClr val="000000"/>
      </a:dk1>
      <a:lt1>
        <a:srgbClr val="FFFFFF"/>
      </a:lt1>
      <a:dk2>
        <a:srgbClr val="2388DB"/>
      </a:dk2>
      <a:lt2>
        <a:srgbClr val="BBD7F8"/>
      </a:lt2>
      <a:accent1>
        <a:srgbClr val="80B606"/>
      </a:accent1>
      <a:accent2>
        <a:srgbClr val="E29F1D"/>
      </a:accent2>
      <a:accent3>
        <a:srgbClr val="1D6FB2"/>
      </a:accent3>
      <a:accent4>
        <a:srgbClr val="3FAC98"/>
      </a:accent4>
      <a:accent5>
        <a:srgbClr val="5B57BB"/>
      </a:accent5>
      <a:accent6>
        <a:srgbClr val="D1505E"/>
      </a:accent6>
      <a:hlink>
        <a:srgbClr val="185DA2"/>
      </a:hlink>
      <a:folHlink>
        <a:srgbClr val="0048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