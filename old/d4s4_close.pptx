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b53c5f77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b53c5f77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e01d67f1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e01d67f1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e46ce2c2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e46ce2c2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51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0" y="349660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5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</a:lstStyle>
          <a:p/>
        </p:txBody>
      </p:sp>
      <p:sp>
        <p:nvSpPr>
          <p:cNvPr id="35" name="Google Shape;35;p6"/>
          <p:cNvSpPr/>
          <p:nvPr/>
        </p:nvSpPr>
        <p:spPr>
          <a:xfrm>
            <a:off x="4274" y="0"/>
            <a:ext cx="9144000" cy="44064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0" y="4384371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00000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iz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pgr week</a:t>
            </a:r>
            <a:endParaRPr/>
          </a:p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intended learning outcomes</a:t>
            </a:r>
            <a:endParaRPr/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design research that produces rigorous results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locate, appraise, and summarise relevant literature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write a clear and concise research paper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present a persuasive presentation on the research paper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proofread and referee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your turn</a:t>
            </a:r>
            <a:endParaRPr/>
          </a:p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here’s your chance to feedback and tell us how we went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also add to your “to do list”</a:t>
            </a:r>
            <a:endParaRPr/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join in on (or start) a “shut up and write” session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rewatch the writing tips video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form your own proofreading club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practise the pomodoro technique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show your supervisor your revised abstract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present at a faculty research seminar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GB"/>
              <a:t>...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iz">
  <a:themeElements>
    <a:clrScheme name="Custom 233">
      <a:dk1>
        <a:srgbClr val="000000"/>
      </a:dk1>
      <a:lt1>
        <a:srgbClr val="FFFFFF"/>
      </a:lt1>
      <a:dk2>
        <a:srgbClr val="2388DB"/>
      </a:dk2>
      <a:lt2>
        <a:srgbClr val="BBD7F8"/>
      </a:lt2>
      <a:accent1>
        <a:srgbClr val="80B606"/>
      </a:accent1>
      <a:accent2>
        <a:srgbClr val="E29F1D"/>
      </a:accent2>
      <a:accent3>
        <a:srgbClr val="1D6FB2"/>
      </a:accent3>
      <a:accent4>
        <a:srgbClr val="3FAC98"/>
      </a:accent4>
      <a:accent5>
        <a:srgbClr val="5B57BB"/>
      </a:accent5>
      <a:accent6>
        <a:srgbClr val="D1505E"/>
      </a:accent6>
      <a:hlink>
        <a:srgbClr val="185DA2"/>
      </a:hlink>
      <a:folHlink>
        <a:srgbClr val="0048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