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b53c5f7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b53c5f7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84f693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84f693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84f693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84f693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7c49596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7c49596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84f693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84f693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84f693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84f693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9:50 - 10:50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84f6931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84f6931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84f6931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84f693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10:1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None/>
              <a:defRPr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n.wikipedia.org/wiki/List_of_proofreader%27s_marks" TargetMode="External"/><Relationship Id="rId4" Type="http://schemas.openxmlformats.org/officeDocument/2006/relationships/hyperlink" Target="http://www.merriam-webster.com/mw/table/proofrea.ht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Editing and proofreading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/>
              <a:t>design research that produces rigorous results</a:t>
            </a:r>
            <a:endParaRPr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/>
              <a:t>locate, appraise, and summarise relevant literature</a:t>
            </a:r>
            <a:endParaRPr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/>
              <a:t>write a clear and concise research paper</a:t>
            </a:r>
            <a:endParaRPr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/>
              <a:t>present a persuasive presentation on the research paper</a:t>
            </a:r>
            <a:endParaRPr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800"/>
              <a:t>proofread and referee</a:t>
            </a:r>
            <a:endParaRPr b="1"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proofreading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Proofreading is an important skill that all writers need to learn.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Proofreading is about: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checking the spelling and grammar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identifying if the idea or argument has been conveyed succinctly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reorganising and simplifying the expression of ideas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clarifying the structure and organisation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avoiding ambiguity and repetition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finding any other changes to make that ease the reader's task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proofreading</a:t>
            </a:r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Proofreading is usually done on paper although it can be done on PDFs or as comments in a Word document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output of proofreading is a marked up document. Example mark-up symbols are available online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https://en.wikipedia.org/wiki/List_of_proofreader%27s_marks</a:t>
            </a:r>
            <a:endParaRPr sz="1800" u="sng">
              <a:solidFill>
                <a:schemeClr val="hlink"/>
              </a:solidFill>
              <a:hlinkClick r:id="rId4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Proofreading is a separate activity from producing text.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When done well, proofreading can contribute significantly to the success of any academic piece of writing.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reverse mind mapping</a:t>
            </a:r>
            <a:endParaRPr/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usually, you create a mind map before writing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but sometimes, a paragraph or section is confused or confusing and needs rewriting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try this: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 sz="2400"/>
              <a:t>produce a mind map from the text, reorganise the map, then rewrite from the map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alternatively, produce bullet points from the text (at the top of the section) then reorder, revise and when happy drop back down to para text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the proofreading club</a:t>
            </a:r>
            <a:endParaRPr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Here’s a club you can set up with your friends: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Step 1: negotiate when and how often to meet. Two hours duration is usually enough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Step 2: Two or three days prior, the assigned member sends out his writing draft to the rest of the group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Step 3: Other members spend 30 - 60 mins proofreading the draft, marking it up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Step 4: The meeting - take turns to make suggestions, and discuss as a group.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Let’s try this now ...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(2 pomodoros)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group together and select someone’s abstract (at random) and (individually) use the </a:t>
            </a:r>
            <a:r>
              <a:rPr lang="en-GB" u="sng"/>
              <a:t>insert comment</a:t>
            </a:r>
            <a:r>
              <a:rPr lang="en-GB"/>
              <a:t> feature to provide proofreading comments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break!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(2 pomodoros)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review all comments as a group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